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AB5C4E8-64D6-4A9D-9D44-E2500132AFD2}">
          <p14:sldIdLst>
            <p14:sldId id="256"/>
            <p14:sldId id="257"/>
            <p14:sldId id="258"/>
            <p14:sldId id="259"/>
            <p14:sldId id="261"/>
            <p14:sldId id="260"/>
            <p14:sldId id="262"/>
            <p14:sldId id="263"/>
          </p14:sldIdLst>
        </p14:section>
        <p14:section name="Untitled Section" id="{A1A69EF5-FE76-4F5F-88BD-04FC745F06AF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13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36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66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476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75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481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769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95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36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02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90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A6067-B9FF-FFB0-D00E-EDDA52DBE1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Cricsheet Match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8A061C-791F-5804-42F0-5287DB0CA8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MUKESH KANNAN S</a:t>
            </a:r>
          </a:p>
        </p:txBody>
      </p:sp>
    </p:spTree>
    <p:extLst>
      <p:ext uri="{BB962C8B-B14F-4D97-AF65-F5344CB8AC3E}">
        <p14:creationId xmlns:p14="http://schemas.microsoft.com/office/powerpoint/2010/main" val="3880657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69D90-24B2-91AA-F960-9F53BEE24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9892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1A3F62-A5A1-CF52-5103-E7A9B20F27BB}"/>
              </a:ext>
            </a:extLst>
          </p:cNvPr>
          <p:cNvSpPr txBox="1"/>
          <p:nvPr/>
        </p:nvSpPr>
        <p:spPr>
          <a:xfrm>
            <a:off x="1098755" y="1564046"/>
            <a:ext cx="10255045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Goal: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build an end-to-end data pipeline that transforms raw cricket match data (JSON) into actionable business insights.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Tasks: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Data Acquisition.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Transformation (ETL).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Database Management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TiDB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 Storytelling.</a:t>
            </a:r>
          </a:p>
        </p:txBody>
      </p:sp>
    </p:spTree>
    <p:extLst>
      <p:ext uri="{BB962C8B-B14F-4D97-AF65-F5344CB8AC3E}">
        <p14:creationId xmlns:p14="http://schemas.microsoft.com/office/powerpoint/2010/main" val="249639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89CB5-E58F-253E-9508-9AFEC6F88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9546"/>
          </a:xfrm>
        </p:spPr>
        <p:txBody>
          <a:bodyPr>
            <a:normAutofit fontScale="90000"/>
          </a:bodyPr>
          <a:lstStyle/>
          <a:p>
            <a:pPr algn="ctr"/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Architecture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9101D-A01C-1B32-CD4A-CC0E740B0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Cricsheet (JSON format).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&amp; Selenium / Bulk Download.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 for flattening nested JSON structures.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TiDB Cloud (MySQL-compatible) for scalable data hosting.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BI Desktop connected via MySQL Connector.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3815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42382-AFDB-4FB5-0983-2485CEFC0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(ETL)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F4F91-4900-8A2B-8804-06048EC9B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Cricsheet data is deeply nested (Innings &gt; Overs &gt; Deliveries).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a Python script to: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metadata (teams, venue, outcome).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 ball-by-ball records into a tabular format.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"Reserved Keywords" (like the over column) for SQL compatibility.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657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738DA-0943-814B-CFA1-96609A358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D5551-47E1-F44B-53ED-0260BD78C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optimized SQL queries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extract specific metrics: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Performance: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 10 run-scorers and leading wicket-takers.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Strike rates for batters and economy rates for bowlers.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Trends: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Impact of winning the toss on match outcomes.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Winning Margins: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Identifying the most dominant victories by runs/wickets.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2414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81C8B-2691-974A-D1FD-21DBD6BF4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Showcase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097259-499B-EC84-D4AF-C7954020B0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961" y="1815793"/>
            <a:ext cx="3451123" cy="31101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BD8CFC-832E-27F4-891F-CF49FD343AAA}"/>
              </a:ext>
            </a:extLst>
          </p:cNvPr>
          <p:cNvSpPr txBox="1"/>
          <p:nvPr/>
        </p:nvSpPr>
        <p:spPr>
          <a:xfrm>
            <a:off x="975852" y="1388593"/>
            <a:ext cx="6735097" cy="4550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Slicers: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Toggle between T20, ODI, and Test formats.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Cards: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calculation of Tournament Total Runs.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Analysis: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 comparison of wins across different franchises/nations.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828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71345-7C9D-7ED2-215F-F8F94D5F6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F58C1-9D53-9BA5-2E39-D9984749B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automated a complex data workflow.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proficiency in Python, Cloud SQL, and Data Visualization.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scalable to include future match data with minimal code changes.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063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0C41B-D8E5-CEC3-2076-62133C93F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9A25D-C880-C729-F5F5-B463E2193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326847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Gradient</Template>
  <TotalTime>30</TotalTime>
  <Words>315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Times New Roman</vt:lpstr>
      <vt:lpstr>Univers</vt:lpstr>
      <vt:lpstr>GradientVTI</vt:lpstr>
      <vt:lpstr>Cricsheet Match Data Analysis</vt:lpstr>
      <vt:lpstr>Project Objective</vt:lpstr>
      <vt:lpstr> Technical Architecture </vt:lpstr>
      <vt:lpstr>Data Transformation (ETL)</vt:lpstr>
      <vt:lpstr>SQL Analysis</vt:lpstr>
      <vt:lpstr>Power BI Dashboard Showcase</vt:lpstr>
      <vt:lpstr> 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S.MUKESH KANNAN</dc:creator>
  <cp:lastModifiedBy>S.MUKESH KANNAN</cp:lastModifiedBy>
  <cp:revision>1</cp:revision>
  <dcterms:created xsi:type="dcterms:W3CDTF">2026-02-19T06:19:15Z</dcterms:created>
  <dcterms:modified xsi:type="dcterms:W3CDTF">2026-02-19T06:49:44Z</dcterms:modified>
</cp:coreProperties>
</file>